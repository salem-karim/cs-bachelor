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 type="screen4x3"/>
  <p:notesSz cx="6858000" cy="9144000"/>
  <p:defaultTextStyle>
    <a:lvl1pPr marL="0" indent="0" algn="l" defTabSz="457200">
      <a:lnSpc>
        <a:spcPct val="100000"/>
      </a:lnSpc>
      <a:spcBef>
        <a:spcPts val="0"/>
      </a:spcBef>
      <a:spcAft>
        <a:spcPts val="0"/>
      </a:spcAft>
      <a:buNone/>
      <a:defRPr lang="en-US" sz="1800" b="0" i="0">
        <a:solidFill>
          <a:schemeClr val="dk1"/>
        </a:solidFill>
        <a:latin typeface="Arial"/>
        <a:ea typeface="ＭＳ Ｐゴシック"/>
      </a:defRPr>
    </a:lvl1pPr>
    <a:lvl2pPr marL="457200" indent="457200" algn="l" defTabSz="457200">
      <a:lnSpc>
        <a:spcPct val="100000"/>
      </a:lnSpc>
      <a:spcBef>
        <a:spcPts val="0"/>
      </a:spcBef>
      <a:spcAft>
        <a:spcPts val="0"/>
      </a:spcAft>
      <a:buNone/>
      <a:defRPr lang="en-US" sz="1800" b="0" i="0">
        <a:solidFill>
          <a:schemeClr val="dk1"/>
        </a:solidFill>
        <a:latin typeface="Arial"/>
        <a:ea typeface="ＭＳ Ｐゴシック"/>
      </a:defRPr>
    </a:lvl2pPr>
    <a:lvl3pPr marL="914400" indent="914400" algn="l" defTabSz="457200">
      <a:lnSpc>
        <a:spcPct val="100000"/>
      </a:lnSpc>
      <a:spcBef>
        <a:spcPts val="0"/>
      </a:spcBef>
      <a:spcAft>
        <a:spcPts val="0"/>
      </a:spcAft>
      <a:buNone/>
      <a:defRPr lang="en-US" sz="1800" b="0" i="0">
        <a:solidFill>
          <a:schemeClr val="dk1"/>
        </a:solidFill>
        <a:latin typeface="Arial"/>
        <a:ea typeface="ＭＳ Ｐゴシック"/>
      </a:defRPr>
    </a:lvl3pPr>
    <a:lvl4pPr marL="1371600" indent="1371600" algn="l" defTabSz="457200">
      <a:lnSpc>
        <a:spcPct val="100000"/>
      </a:lnSpc>
      <a:spcBef>
        <a:spcPts val="0"/>
      </a:spcBef>
      <a:spcAft>
        <a:spcPts val="0"/>
      </a:spcAft>
      <a:buNone/>
      <a:defRPr lang="en-US" sz="1800" b="0" i="0">
        <a:solidFill>
          <a:schemeClr val="dk1"/>
        </a:solidFill>
        <a:latin typeface="Arial"/>
        <a:ea typeface="ＭＳ Ｐゴシック"/>
      </a:defRPr>
    </a:lvl4pPr>
    <a:lvl5pPr marL="1828800" indent="1828800" algn="l" defTabSz="457200">
      <a:lnSpc>
        <a:spcPct val="100000"/>
      </a:lnSpc>
      <a:spcBef>
        <a:spcPts val="0"/>
      </a:spcBef>
      <a:spcAft>
        <a:spcPts val="0"/>
      </a:spcAft>
      <a:buNone/>
      <a:defRPr lang="en-US" sz="1800" b="0" i="0">
        <a:solidFill>
          <a:schemeClr val="dk1"/>
        </a:solidFill>
        <a:latin typeface="Arial"/>
        <a:ea typeface="ＭＳ Ｐゴシック"/>
      </a:defRPr>
    </a:lvl5pPr>
    <a:lvl6pPr>
      <a:defRPr lang="en-US" sz="1800"/>
    </a:lvl6pPr>
    <a:lvl7pPr>
      <a:defRPr lang="en-US" sz="1800"/>
    </a:lvl7pPr>
    <a:lvl8pPr>
      <a:defRPr lang="en-US" sz="1800"/>
    </a:lvl8pPr>
    <a:lvl9pPr>
      <a:defRPr lang="en-US" sz="1800"/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04" d="100"/>
          <a:sy n="104" d="100"/>
        </p:scale>
        <p:origin x="-1236" y="-90"/>
      </p:cViewPr>
      <p:guideLst>
        <p:guide pos="2160" orient="horz"/>
        <p:guide pos="288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" name="Header Placeholder 1"/>
          <p:cNvSpPr>
            <a:spLocks noChangeShapeType="1" noGrp="1"/>
          </p:cNvSpPr>
          <p:nvPr>
            <p:ph type="hdr" idx="0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2051" name="Date Placeholder 2"/>
          <p:cNvSpPr>
            <a:spLocks noChangeShapeType="1" noGrp="1"/>
          </p:cNvSpPr>
          <p:nvPr>
            <p:ph type="dt" idx="1"/>
          </p:nvPr>
        </p:nvSpPr>
        <p:spPr bwMode="auto">
          <a:xfrm>
            <a:off x="3884612" y="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r>
              <a:rPr lang="en-US" sz="1200">
                <a:latin typeface="Calibri"/>
              </a:rPr>
              <a:t>*</a:t>
            </a:r>
            <a:endParaRPr/>
          </a:p>
        </p:txBody>
      </p:sp>
      <p:sp>
        <p:nvSpPr>
          <p:cNvPr id="2052" name="Slide Image Placeholder 3"/>
          <p:cNvSpPr>
            <a:spLocks noChangeShapeType="1" noGrp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2053" name="Notes Placeholder 4"/>
          <p:cNvSpPr>
            <a:spLocks noChangeShapeType="1" noGrp="1"/>
          </p:cNvSpPr>
          <p:nvPr>
            <p:ph type="body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457200" indent="4572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Calibri"/>
                <a:ea typeface="ＭＳ Ｐゴシック"/>
              </a:defRPr>
            </a:lvl2pPr>
            <a:lvl3pPr marL="914400" indent="9144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Calibri"/>
                <a:ea typeface="ＭＳ Ｐゴシック"/>
              </a:defRPr>
            </a:lvl3pPr>
            <a:lvl4pPr marL="1371600" indent="13716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Calibri"/>
                <a:ea typeface="ＭＳ Ｐゴシック"/>
              </a:defRPr>
            </a:lvl4pPr>
            <a:lvl5pPr marL="1828800" indent="18288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Calibri"/>
                <a:ea typeface="ＭＳ Ｐゴシック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GB"/>
              <a:t>Click to edit Master text styles</a:t>
            </a:r>
            <a:endParaRPr/>
          </a:p>
          <a:p>
            <a:pPr marL="457200" lvl="1" indent="0">
              <a:spcBef>
                <a:spcPts val="0"/>
              </a:spcBef>
              <a:buNone/>
              <a:defRPr/>
            </a:pPr>
            <a:r>
              <a:rPr lang="en-GB"/>
              <a:t>Second level</a:t>
            </a:r>
            <a:endParaRPr/>
          </a:p>
          <a:p>
            <a:pPr marL="914400" lvl="2" indent="0">
              <a:spcBef>
                <a:spcPts val="0"/>
              </a:spcBef>
              <a:buNone/>
              <a:defRPr/>
            </a:pPr>
            <a:r>
              <a:rPr lang="en-GB"/>
              <a:t>Third level</a:t>
            </a:r>
            <a:endParaRPr/>
          </a:p>
          <a:p>
            <a:pPr marL="1371600" lvl="3" indent="0">
              <a:spcBef>
                <a:spcPts val="0"/>
              </a:spcBef>
              <a:buNone/>
              <a:defRPr/>
            </a:pPr>
            <a:r>
              <a:rPr lang="en-GB"/>
              <a:t>Fourth level</a:t>
            </a:r>
            <a:endParaRPr/>
          </a:p>
          <a:p>
            <a:pPr marL="1828800" lvl="4" indent="0">
              <a:spcBef>
                <a:spcPts val="0"/>
              </a:spcBef>
              <a:buNone/>
              <a:defRPr/>
            </a:pPr>
            <a:r>
              <a:rPr lang="en-GB"/>
              <a:t>Fifth level</a:t>
            </a:r>
            <a:endParaRPr/>
          </a:p>
        </p:txBody>
      </p:sp>
      <p:sp>
        <p:nvSpPr>
          <p:cNvPr id="2054" name="Footer Placeholder 5"/>
          <p:cNvSpPr>
            <a:spLocks noChangeShapeType="1" noGrp="1"/>
          </p:cNvSpPr>
          <p:nvPr>
            <p:ph type="ftr" idx="4"/>
          </p:nvPr>
        </p:nvSpPr>
        <p:spPr bwMode="auto">
          <a:xfrm>
            <a:off x="0" y="8685212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2055" name="Slide Number Placeholder 6"/>
          <p:cNvSpPr>
            <a:spLocks noChangeShapeType="1" noGrp="1"/>
          </p:cNvSpPr>
          <p:nvPr>
            <p:ph type="sldNum" idx="5"/>
          </p:nvPr>
        </p:nvSpPr>
        <p:spPr bwMode="auto">
          <a:xfrm>
            <a:off x="3884612" y="8685212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200">
                <a:latin typeface="Calibri"/>
              </a:rPr>
              <a:t>*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Introduction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17B0A1-E876-E8F0-415C-6DFFFBD4C25C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Business Model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D48AF9-23B3-F4E0-1B84-8B6B2A3CF632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Market and Consumer Base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3F3825-E49F-D16F-0D49-6106EFBFE1FC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Financial Health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C63FE5-44E9-9CBA-7A1C-739357F9CB1E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Challenges and Risks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BD4E2D-87D9-3E68-CAC3-1FFF1DD8EFBA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Growth and Future Plans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140996-7431-84B9-E3A0-A68BFE52CE00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" name="Shape 1026"/>
          <p:cNvSpPr>
            <a:spLocks noChangeShapeType="1" noGrp="1"/>
          </p:cNvSpPr>
          <p:nvPr>
            <p:ph type="title" idx="0"/>
          </p:nvPr>
        </p:nvSpPr>
        <p:spPr bwMode="auto">
          <a:xfrm>
            <a:off x="609600" y="274637"/>
            <a:ext cx="109728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lang="en-GB"/>
              <a:t>Click to edit Master title style</a:t>
            </a:r>
            <a:endParaRPr/>
          </a:p>
        </p:txBody>
      </p:sp>
      <p:sp>
        <p:nvSpPr>
          <p:cNvPr id="1027" name="Shape 1027"/>
          <p:cNvSpPr>
            <a:spLocks noChangeShapeType="1" noGrp="1"/>
          </p:cNvSpPr>
          <p:nvPr>
            <p:ph idx="1"/>
          </p:nvPr>
        </p:nvSpPr>
        <p:spPr bwMode="auto">
          <a:xfrm>
            <a:off x="609600" y="1600200"/>
            <a:ext cx="10972800" cy="4525962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  <a:ea typeface="ＭＳ Ｐゴシック"/>
              </a:defRPr>
            </a:lvl2pPr>
            <a:lvl3pPr marL="1143000" indent="9144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  <a:ea typeface="ＭＳ Ｐゴシック"/>
              </a:defRPr>
            </a:lvl3pPr>
            <a:lvl4pPr marL="1600200" indent="13716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  <a:ea typeface="ＭＳ Ｐゴシック"/>
              </a:defRPr>
            </a:lvl4pPr>
            <a:lvl5pPr marL="2057400" indent="18288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  <a:ea typeface="ＭＳ Ｐゴシック"/>
              </a:defRPr>
            </a:lvl5pPr>
          </a:lstStyle>
          <a:p>
            <a:pPr marL="342900" lvl="0" indent="-342900">
              <a:spcBef>
                <a:spcPts val="0"/>
              </a:spcBef>
              <a:buFont typeface="Arial"/>
              <a:buChar char="•"/>
              <a:defRPr/>
            </a:pPr>
            <a:r>
              <a:rPr lang="en-GB"/>
              <a:t>Click to edit Master text styles</a:t>
            </a:r>
            <a:endParaRPr/>
          </a:p>
          <a:p>
            <a:pPr marL="742950" lvl="1" indent="-285750">
              <a:spcBef>
                <a:spcPts val="0"/>
              </a:spcBef>
              <a:buChar char="–"/>
              <a:defRPr/>
            </a:pPr>
            <a:r>
              <a:rPr lang="en-GB"/>
              <a:t>Second level</a:t>
            </a:r>
            <a:endParaRPr/>
          </a:p>
          <a:p>
            <a:pPr marL="1143000" lvl="2" indent="-228600">
              <a:spcBef>
                <a:spcPts val="0"/>
              </a:spcBef>
              <a:buChar char="•"/>
              <a:defRPr/>
            </a:pPr>
            <a:r>
              <a:rPr lang="en-GB"/>
              <a:t>Third level</a:t>
            </a:r>
            <a:endParaRPr/>
          </a:p>
          <a:p>
            <a:pPr marL="1600200" lvl="3" indent="-228600">
              <a:spcBef>
                <a:spcPts val="0"/>
              </a:spcBef>
              <a:buChar char="–"/>
              <a:defRPr/>
            </a:pPr>
            <a:r>
              <a:rPr lang="en-GB"/>
              <a:t>Fourth level</a:t>
            </a:r>
            <a:endParaRPr/>
          </a:p>
          <a:p>
            <a:pPr marL="2057400" lvl="4" indent="-228600">
              <a:spcBef>
                <a:spcPts val="0"/>
              </a:spcBef>
              <a:buChar char="»"/>
              <a:defRPr/>
            </a:pPr>
            <a:r>
              <a:rPr lang="en-GB"/>
              <a:t>Fifth level</a:t>
            </a:r>
            <a:endParaRPr/>
          </a:p>
        </p:txBody>
      </p:sp>
      <p:sp>
        <p:nvSpPr>
          <p:cNvPr id="1028" name="Shape 1028"/>
          <p:cNvSpPr>
            <a:spLocks noChangeShapeType="1" noGrp="1"/>
          </p:cNvSpPr>
          <p:nvPr>
            <p:ph type="dt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endParaRPr lang="en-US" sz="1200"/>
          </a:p>
        </p:txBody>
      </p:sp>
      <p:sp>
        <p:nvSpPr>
          <p:cNvPr id="1029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4165600" y="6356350"/>
            <a:ext cx="3860800" cy="365125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030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8737600" y="6356350"/>
            <a:ext cx="2844800" cy="365125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200">
                <a:solidFill>
                  <a:srgbClr val="898989"/>
                </a:solidFill>
                <a:latin typeface="Calibri"/>
              </a:rPr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ChangeShapeType="1" noGrp="1"/>
          </p:cNvSpPr>
          <p:nvPr>
            <p:ph type="title" idx="0"/>
          </p:nvPr>
        </p:nvSpPr>
        <p:spPr bwMode="auto">
          <a:xfrm>
            <a:off x="609600" y="274637"/>
            <a:ext cx="109728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lang="en-GB"/>
              <a:t>Click to edit Master title style</a:t>
            </a:r>
            <a:endParaRPr/>
          </a:p>
        </p:txBody>
      </p:sp>
      <p:sp>
        <p:nvSpPr>
          <p:cNvPr id="1027" name="Text Placeholder 2"/>
          <p:cNvSpPr>
            <a:spLocks noChangeShapeType="1" noGrp="1"/>
          </p:cNvSpPr>
          <p:nvPr>
            <p:ph type="body" idx="1"/>
          </p:nvPr>
        </p:nvSpPr>
        <p:spPr bwMode="auto">
          <a:xfrm>
            <a:off x="609600" y="1600200"/>
            <a:ext cx="10972800" cy="4525962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  <a:ea typeface="ＭＳ Ｐゴシック"/>
              </a:defRPr>
            </a:lvl2pPr>
            <a:lvl3pPr marL="1143000" indent="9144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  <a:ea typeface="ＭＳ Ｐゴシック"/>
              </a:defRPr>
            </a:lvl3pPr>
            <a:lvl4pPr marL="1600200" indent="13716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  <a:ea typeface="ＭＳ Ｐゴシック"/>
              </a:defRPr>
            </a:lvl4pPr>
            <a:lvl5pPr marL="2057400" indent="18288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  <a:ea typeface="ＭＳ Ｐゴシック"/>
              </a:defRPr>
            </a:lvl5pPr>
          </a:lstStyle>
          <a:p>
            <a:pPr marL="342900" lvl="0" indent="-342900">
              <a:spcBef>
                <a:spcPts val="0"/>
              </a:spcBef>
              <a:buFont typeface="Arial"/>
              <a:buChar char="•"/>
              <a:defRPr/>
            </a:pPr>
            <a:r>
              <a:rPr lang="en-GB"/>
              <a:t>Click to edit Master text styles</a:t>
            </a:r>
            <a:endParaRPr/>
          </a:p>
          <a:p>
            <a:pPr marL="742950" lvl="1" indent="-285750">
              <a:spcBef>
                <a:spcPts val="0"/>
              </a:spcBef>
              <a:buChar char="–"/>
              <a:defRPr/>
            </a:pPr>
            <a:r>
              <a:rPr lang="en-GB"/>
              <a:t>Second level</a:t>
            </a:r>
            <a:endParaRPr/>
          </a:p>
          <a:p>
            <a:pPr marL="1143000" lvl="2" indent="-228600">
              <a:spcBef>
                <a:spcPts val="0"/>
              </a:spcBef>
              <a:buChar char="•"/>
              <a:defRPr/>
            </a:pPr>
            <a:r>
              <a:rPr lang="en-GB"/>
              <a:t>Third level</a:t>
            </a:r>
            <a:endParaRPr/>
          </a:p>
          <a:p>
            <a:pPr marL="1600200" lvl="3" indent="-228600">
              <a:spcBef>
                <a:spcPts val="0"/>
              </a:spcBef>
              <a:buChar char="–"/>
              <a:defRPr/>
            </a:pPr>
            <a:r>
              <a:rPr lang="en-GB"/>
              <a:t>Fourth level</a:t>
            </a:r>
            <a:endParaRPr/>
          </a:p>
          <a:p>
            <a:pPr marL="2057400" lvl="4" indent="-228600">
              <a:spcBef>
                <a:spcPts val="0"/>
              </a:spcBef>
              <a:buChar char="»"/>
              <a:defRPr/>
            </a:pPr>
            <a:r>
              <a:rPr lang="en-GB"/>
              <a:t>Fifth level</a:t>
            </a:r>
            <a:endParaRPr/>
          </a:p>
        </p:txBody>
      </p:sp>
      <p:sp>
        <p:nvSpPr>
          <p:cNvPr id="1028" name="Date Placeholder 3"/>
          <p:cNvSpPr>
            <a:spLocks noChangeShapeType="1" noGrp="1"/>
          </p:cNvSpPr>
          <p:nvPr>
            <p:ph type="dt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1200">
                <a:solidFill>
                  <a:srgbClr val="898989"/>
                </a:solidFill>
                <a:latin typeface="Calibri"/>
              </a:rPr>
              <a:t>*</a:t>
            </a:r>
            <a:endParaRPr/>
          </a:p>
        </p:txBody>
      </p:sp>
      <p:sp>
        <p:nvSpPr>
          <p:cNvPr id="1029" name="Footer Placeholder 4"/>
          <p:cNvSpPr>
            <a:spLocks noChangeShapeType="1" noGrp="1"/>
          </p:cNvSpPr>
          <p:nvPr>
            <p:ph type="ftr" idx="3"/>
          </p:nvPr>
        </p:nvSpPr>
        <p:spPr bwMode="auto">
          <a:xfrm>
            <a:off x="4165600" y="6356350"/>
            <a:ext cx="3860800" cy="365125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030" name="Slide Number Placeholder 5"/>
          <p:cNvSpPr>
            <a:spLocks noChangeShapeType="1" noGrp="1"/>
          </p:cNvSpPr>
          <p:nvPr>
            <p:ph type="sldNum" idx="4"/>
          </p:nvPr>
        </p:nvSpPr>
        <p:spPr bwMode="auto">
          <a:xfrm>
            <a:off x="8737600" y="6356350"/>
            <a:ext cx="2844800" cy="365125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200">
                <a:solidFill>
                  <a:srgbClr val="898989"/>
                </a:solidFill>
                <a:latin typeface="Calibri"/>
              </a:rPr>
              <a:t>*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 algn="ctr" defTabSz="457200">
        <a:lnSpc>
          <a:spcPct val="100000"/>
        </a:lnSpc>
        <a:spcBef>
          <a:spcPts val="0"/>
        </a:spcBef>
        <a:spcAft>
          <a:spcPts val="0"/>
        </a:spcAft>
        <a:buNone/>
        <a:defRPr lang="en-US" sz="4400" b="0" i="0">
          <a:solidFill>
            <a:schemeClr val="dk1"/>
          </a:solidFill>
          <a:latin typeface="Calibri"/>
          <a:ea typeface="ＭＳ Ｐゴシック"/>
        </a:defRPr>
      </a:lvl1pPr>
      <a:lvl2pPr marL="0" indent="0" algn="ctr" defTabSz="457200">
        <a:lnSpc>
          <a:spcPct val="100000"/>
        </a:lnSpc>
        <a:spcBef>
          <a:spcPts val="0"/>
        </a:spcBef>
        <a:spcAft>
          <a:spcPts val="0"/>
        </a:spcAft>
        <a:buNone/>
        <a:defRPr lang="en-US" sz="4400" b="0" i="0">
          <a:solidFill>
            <a:schemeClr val="dk1"/>
          </a:solidFill>
          <a:latin typeface="Calibri"/>
          <a:ea typeface="ＭＳ Ｐゴシック"/>
        </a:defRPr>
      </a:lvl2pPr>
      <a:lvl3pPr marL="0" indent="0" algn="ctr" defTabSz="457200">
        <a:lnSpc>
          <a:spcPct val="100000"/>
        </a:lnSpc>
        <a:spcBef>
          <a:spcPts val="0"/>
        </a:spcBef>
        <a:spcAft>
          <a:spcPts val="0"/>
        </a:spcAft>
        <a:buNone/>
        <a:defRPr lang="en-US" sz="4400" b="0" i="0">
          <a:solidFill>
            <a:schemeClr val="dk1"/>
          </a:solidFill>
          <a:latin typeface="Calibri"/>
          <a:ea typeface="ＭＳ Ｐゴシック"/>
        </a:defRPr>
      </a:lvl3pPr>
      <a:lvl4pPr marL="0" indent="0" algn="ctr" defTabSz="457200">
        <a:lnSpc>
          <a:spcPct val="100000"/>
        </a:lnSpc>
        <a:spcBef>
          <a:spcPts val="0"/>
        </a:spcBef>
        <a:spcAft>
          <a:spcPts val="0"/>
        </a:spcAft>
        <a:buNone/>
        <a:defRPr lang="en-US" sz="4400" b="0" i="0">
          <a:solidFill>
            <a:schemeClr val="dk1"/>
          </a:solidFill>
          <a:latin typeface="Calibri"/>
          <a:ea typeface="ＭＳ Ｐゴシック"/>
        </a:defRPr>
      </a:lvl4pPr>
      <a:lvl5pPr marL="0" indent="0" algn="ctr" defTabSz="457200">
        <a:lnSpc>
          <a:spcPct val="100000"/>
        </a:lnSpc>
        <a:spcBef>
          <a:spcPts val="0"/>
        </a:spcBef>
        <a:spcAft>
          <a:spcPts val="0"/>
        </a:spcAft>
        <a:buNone/>
        <a:defRPr lang="en-US" sz="4400" b="0" i="0">
          <a:solidFill>
            <a:schemeClr val="dk1"/>
          </a:solidFill>
          <a:latin typeface="Calibri"/>
          <a:ea typeface="ＭＳ Ｐゴシック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342900" indent="0" algn="l" defTabSz="457200">
        <a:lnSpc>
          <a:spcPct val="100000"/>
        </a:lnSpc>
        <a:spcBef>
          <a:spcPts val="0"/>
        </a:spcBef>
        <a:spcAft>
          <a:spcPts val="0"/>
        </a:spcAft>
        <a:buFont typeface="Arial"/>
        <a:buChar char="•"/>
        <a:defRPr lang="en-US" sz="3200" b="0" i="0">
          <a:solidFill>
            <a:schemeClr val="dk1"/>
          </a:solidFill>
          <a:latin typeface="Calibri"/>
          <a:ea typeface="ＭＳ Ｐゴシック"/>
        </a:defRPr>
      </a:lvl1pPr>
      <a:lvl2pPr marL="742950" indent="457200" algn="l" defTabSz="457200">
        <a:lnSpc>
          <a:spcPct val="100000"/>
        </a:lnSpc>
        <a:spcBef>
          <a:spcPts val="0"/>
        </a:spcBef>
        <a:spcAft>
          <a:spcPts val="0"/>
        </a:spcAft>
        <a:buChar char="–"/>
        <a:defRPr lang="en-US" sz="2800" b="0" i="0">
          <a:solidFill>
            <a:schemeClr val="dk1"/>
          </a:solidFill>
          <a:latin typeface="Calibri"/>
          <a:ea typeface="ＭＳ Ｐゴシック"/>
        </a:defRPr>
      </a:lvl2pPr>
      <a:lvl3pPr marL="1143000" indent="914400" algn="l" defTabSz="457200">
        <a:lnSpc>
          <a:spcPct val="100000"/>
        </a:lnSpc>
        <a:spcBef>
          <a:spcPts val="0"/>
        </a:spcBef>
        <a:spcAft>
          <a:spcPts val="0"/>
        </a:spcAft>
        <a:buChar char="•"/>
        <a:defRPr lang="en-US" sz="2400" b="0" i="0">
          <a:solidFill>
            <a:schemeClr val="dk1"/>
          </a:solidFill>
          <a:latin typeface="Calibri"/>
          <a:ea typeface="ＭＳ Ｐゴシック"/>
        </a:defRPr>
      </a:lvl3pPr>
      <a:lvl4pPr marL="1600200" indent="1371600" algn="l" defTabSz="457200">
        <a:lnSpc>
          <a:spcPct val="100000"/>
        </a:lnSpc>
        <a:spcBef>
          <a:spcPts val="0"/>
        </a:spcBef>
        <a:spcAft>
          <a:spcPts val="0"/>
        </a:spcAft>
        <a:buChar char="–"/>
        <a:defRPr lang="en-US" sz="2000" b="0" i="0">
          <a:solidFill>
            <a:schemeClr val="dk1"/>
          </a:solidFill>
          <a:latin typeface="Calibri"/>
          <a:ea typeface="ＭＳ Ｐゴシック"/>
        </a:defRPr>
      </a:lvl4pPr>
      <a:lvl5pPr marL="2057400" indent="1828800" algn="l" defTabSz="457200">
        <a:lnSpc>
          <a:spcPct val="100000"/>
        </a:lnSpc>
        <a:spcBef>
          <a:spcPts val="0"/>
        </a:spcBef>
        <a:spcAft>
          <a:spcPts val="0"/>
        </a:spcAft>
        <a:buChar char="»"/>
        <a:defRPr lang="en-US" sz="2000" b="0" i="0">
          <a:solidFill>
            <a:schemeClr val="dk1"/>
          </a:solidFill>
          <a:latin typeface="Calibri"/>
          <a:ea typeface="ＭＳ Ｐゴシック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ＭＳ Ｐゴシック"/>
        </a:defRPr>
      </a:lvl1pPr>
      <a:lvl2pPr marL="457200" indent="457200" algn="l" defTabSz="45720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ＭＳ Ｐゴシック"/>
        </a:defRPr>
      </a:lvl2pPr>
      <a:lvl3pPr marL="914400" indent="914400" algn="l" defTabSz="45720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ＭＳ Ｐゴシック"/>
        </a:defRPr>
      </a:lvl3pPr>
      <a:lvl4pPr marL="1371600" indent="1371600" algn="l" defTabSz="45720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ＭＳ Ｐゴシック"/>
        </a:defRPr>
      </a:lvl4pPr>
      <a:lvl5pPr marL="1828800" indent="1828800" algn="l" defTabSz="45720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  <a:ea typeface="ＭＳ Ｐゴシック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911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3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8737600" y="6356350"/>
            <a:ext cx="2844800" cy="365125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  <a:ea typeface="ＭＳ Ｐゴシック"/>
              </a:defRPr>
            </a:lvl2pPr>
            <a:lvl3pPr marL="1143000" indent="9144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  <a:ea typeface="ＭＳ Ｐゴシック"/>
              </a:defRPr>
            </a:lvl3pPr>
            <a:lvl4pPr marL="1600200" indent="13716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  <a:ea typeface="ＭＳ Ｐゴシック"/>
              </a:defRPr>
            </a:lvl4pPr>
            <a:lvl5pPr marL="2057400" indent="18288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  <a:ea typeface="ＭＳ Ｐゴシック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200">
                <a:solidFill>
                  <a:srgbClr val="898989"/>
                </a:solidFill>
              </a:rPr>
              <a:t>*</a:t>
            </a:fld>
            <a:endParaRPr/>
          </a:p>
        </p:txBody>
      </p:sp>
      <p:pic>
        <p:nvPicPr>
          <p:cNvPr id="8421472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21952" y="45066"/>
            <a:ext cx="10148093" cy="67678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0" advTm="20000">
        <p:fade thruBlk="0"/>
      </p:transition>
    </mc:Choice>
    <mc:Fallback>
      <p:transition spd="slow" advClick="0" advTm="20000">
        <p:fade thruBlk="0"/>
      </p:transition>
    </mc:Fallback>
  </mc:AlternateContent>
  <p:timing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23" name="Content Placeholder 2"/>
          <p:cNvSpPr>
            <a:spLocks noChangeShapeType="1" noGrp="1"/>
          </p:cNvSpPr>
          <p:nvPr>
            <p:ph type="obj"/>
          </p:nvPr>
        </p:nvSpPr>
        <p:spPr bwMode="auto">
          <a:xfrm>
            <a:off x="609600" y="1600200"/>
            <a:ext cx="10972800" cy="45259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5124" name="Slide Number Placeholder 3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8737600" y="6356350"/>
            <a:ext cx="2844800" cy="365125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  <a:ea typeface="ＭＳ Ｐゴシック"/>
              </a:defRPr>
            </a:lvl2pPr>
            <a:lvl3pPr marL="1143000" indent="9144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  <a:ea typeface="ＭＳ Ｐゴシック"/>
              </a:defRPr>
            </a:lvl3pPr>
            <a:lvl4pPr marL="1600200" indent="13716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  <a:ea typeface="ＭＳ Ｐゴシック"/>
              </a:defRPr>
            </a:lvl4pPr>
            <a:lvl5pPr marL="2057400" indent="18288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  <a:ea typeface="ＭＳ Ｐゴシック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200">
                <a:solidFill>
                  <a:srgbClr val="898989"/>
                </a:solidFill>
              </a:rPr>
              <a:t>*</a:t>
            </a:fld>
            <a:endParaRPr/>
          </a:p>
        </p:txBody>
      </p:sp>
      <p:pic>
        <p:nvPicPr>
          <p:cNvPr id="95505534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22486" y="406644"/>
            <a:ext cx="10747027" cy="60447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0" advTm="20000">
        <p:fade thruBlk="0"/>
      </p:transition>
    </mc:Choice>
    <mc:Fallback>
      <p:transition spd="slow" advClick="0" advTm="20000">
        <p:fade thruBlk="0"/>
      </p:transition>
    </mc:Fallback>
  </mc:AlternateContent>
  <p:timing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47" name="Content Placeholder 2"/>
          <p:cNvSpPr>
            <a:spLocks noChangeShapeType="1" noGrp="1"/>
          </p:cNvSpPr>
          <p:nvPr>
            <p:ph type="obj"/>
          </p:nvPr>
        </p:nvSpPr>
        <p:spPr bwMode="auto">
          <a:xfrm>
            <a:off x="609600" y="1600200"/>
            <a:ext cx="10972800" cy="45259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6148" name="Slide Number Placeholder 3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8737600" y="6356350"/>
            <a:ext cx="2844800" cy="365125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  <a:ea typeface="ＭＳ Ｐゴシック"/>
              </a:defRPr>
            </a:lvl2pPr>
            <a:lvl3pPr marL="1143000" indent="9144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  <a:ea typeface="ＭＳ Ｐゴシック"/>
              </a:defRPr>
            </a:lvl3pPr>
            <a:lvl4pPr marL="1600200" indent="13716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  <a:ea typeface="ＭＳ Ｐゴシック"/>
              </a:defRPr>
            </a:lvl4pPr>
            <a:lvl5pPr marL="2057400" indent="18288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  <a:ea typeface="ＭＳ Ｐゴシック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200">
                <a:solidFill>
                  <a:srgbClr val="898989"/>
                </a:solidFill>
              </a:rPr>
              <a:t>*</a:t>
            </a:fld>
            <a:endParaRPr/>
          </a:p>
        </p:txBody>
      </p:sp>
      <p:pic>
        <p:nvPicPr>
          <p:cNvPr id="7577078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00499" y="0"/>
            <a:ext cx="10390999" cy="68515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0" advTm="20000">
        <p:fade thruBlk="0"/>
      </p:transition>
    </mc:Choice>
    <mc:Fallback>
      <p:transition spd="slow" advClick="0" advTm="20000">
        <p:fade thruBlk="0"/>
      </p:transition>
    </mc:Fallback>
  </mc:AlternateContent>
  <p:timing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1" name="Content Placeholder 2"/>
          <p:cNvSpPr>
            <a:spLocks noChangeShapeType="1" noGrp="1"/>
          </p:cNvSpPr>
          <p:nvPr>
            <p:ph type="obj"/>
          </p:nvPr>
        </p:nvSpPr>
        <p:spPr bwMode="auto">
          <a:xfrm>
            <a:off x="609600" y="1600200"/>
            <a:ext cx="10972800" cy="45259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7172" name="Slide Number Placeholder 3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8737600" y="6356350"/>
            <a:ext cx="2844800" cy="365125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  <a:ea typeface="ＭＳ Ｐゴシック"/>
              </a:defRPr>
            </a:lvl2pPr>
            <a:lvl3pPr marL="1143000" indent="9144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  <a:ea typeface="ＭＳ Ｐゴシック"/>
              </a:defRPr>
            </a:lvl3pPr>
            <a:lvl4pPr marL="1600200" indent="13716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  <a:ea typeface="ＭＳ Ｐゴシック"/>
              </a:defRPr>
            </a:lvl4pPr>
            <a:lvl5pPr marL="2057400" indent="18288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  <a:ea typeface="ＭＳ Ｐゴシック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200">
                <a:solidFill>
                  <a:srgbClr val="898989"/>
                </a:solidFill>
              </a:rPr>
              <a:t>*</a:t>
            </a:fld>
            <a:endParaRPr/>
          </a:p>
        </p:txBody>
      </p:sp>
      <p:pic>
        <p:nvPicPr>
          <p:cNvPr id="14302723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39498" y="113501"/>
            <a:ext cx="8841328" cy="66309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0" advTm="20000">
        <p:fade thruBlk="0"/>
      </p:transition>
    </mc:Choice>
    <mc:Fallback>
      <p:transition spd="slow" advClick="0" advTm="20000">
        <p:fade thruBlk="0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6" name="Slide Number Placeholder 3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8737600" y="6356350"/>
            <a:ext cx="2844800" cy="365125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  <a:ea typeface="ＭＳ Ｐゴシック"/>
              </a:defRPr>
            </a:lvl2pPr>
            <a:lvl3pPr marL="1143000" indent="9144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  <a:ea typeface="ＭＳ Ｐゴシック"/>
              </a:defRPr>
            </a:lvl3pPr>
            <a:lvl4pPr marL="1600200" indent="13716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  <a:ea typeface="ＭＳ Ｐゴシック"/>
              </a:defRPr>
            </a:lvl4pPr>
            <a:lvl5pPr marL="2057400" indent="18288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  <a:ea typeface="ＭＳ Ｐゴシック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200">
                <a:solidFill>
                  <a:srgbClr val="898989"/>
                </a:solidFill>
              </a:rPr>
              <a:t>*</a:t>
            </a:fld>
            <a:endParaRPr/>
          </a:p>
        </p:txBody>
      </p:sp>
      <p:pic>
        <p:nvPicPr>
          <p:cNvPr id="17413023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62361" y="322796"/>
            <a:ext cx="10720038" cy="60335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0" advTm="20000">
        <p:fade thruBlk="0"/>
      </p:transition>
    </mc:Choice>
    <mc:Fallback>
      <p:transition spd="slow" advClick="0" advTm="20000">
        <p:fade thruBlk="0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28282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20" name="Slide Number Placeholder 3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8737600" y="6356350"/>
            <a:ext cx="2844800" cy="365125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  <a:ea typeface="ＭＳ Ｐゴシック"/>
              </a:defRPr>
            </a:lvl2pPr>
            <a:lvl3pPr marL="1143000" indent="9144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  <a:ea typeface="ＭＳ Ｐゴシック"/>
              </a:defRPr>
            </a:lvl3pPr>
            <a:lvl4pPr marL="1600200" indent="13716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  <a:ea typeface="ＭＳ Ｐゴシック"/>
              </a:defRPr>
            </a:lvl4pPr>
            <a:lvl5pPr marL="2057400" indent="182880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  <a:ea typeface="ＭＳ Ｐゴシック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200">
                <a:solidFill>
                  <a:srgbClr val="898989"/>
                </a:solidFill>
              </a:rPr>
              <a:t>*</a:t>
            </a:fld>
            <a:endParaRPr/>
          </a:p>
        </p:txBody>
      </p:sp>
      <p:pic>
        <p:nvPicPr>
          <p:cNvPr id="8377241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49170" y="1333409"/>
            <a:ext cx="9693659" cy="4443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0" advTm="20000">
        <p:fade thruBlk="0"/>
      </p:transition>
    </mc:Choice>
    <mc:Fallback>
      <p:transition spd="slow" advClick="0" advTm="20000">
        <p:fade thruBlk="0"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Default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0000FF"/>
      </a:hlink>
      <a:folHlink>
        <a:srgbClr val="800080"/>
      </a:folHlink>
    </a:clrScheme>
    <a:fontScheme name="default">
      <a:majorFont>
        <a:latin typeface="Arial"/>
        <a:ea typeface="Arial"/>
        <a:cs typeface="Arial"/>
      </a:majorFont>
      <a:minorFont>
        <a:latin typeface="ＭＳ Ｐゴシック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>
    <a:extraClrScheme>
      <a:clrScheme name="Office Theme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Default">
  <a:themeElements>
    <a:clrScheme name="Default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0000FF"/>
      </a:hlink>
      <a:folHlink>
        <a:srgbClr val="800080"/>
      </a:folHlink>
    </a:clrScheme>
    <a:fontScheme name="default">
      <a:majorFont>
        <a:latin typeface="Arial"/>
        <a:ea typeface="Arial"/>
        <a:cs typeface="Arial"/>
      </a:majorFont>
      <a:minorFont>
        <a:latin typeface="ＭＳ Ｐゴシック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ONLYOFFICE/8.2.0.143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David Kreps</dc:creator>
  <cp:lastModifiedBy/>
  <cp:revision>12</cp:revision>
  <dcterms:created xsi:type="dcterms:W3CDTF">2011-01-26T15:22:00Z</dcterms:created>
  <dcterms:modified xsi:type="dcterms:W3CDTF">2025-02-18T22:24:29Z</dcterms:modified>
</cp:coreProperties>
</file>